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  <p:sldId id="256" r:id="rId3"/>
    <p:sldId id="257" r:id="rId4"/>
    <p:sldId id="258" r:id="rId5"/>
    <p:sldId id="261" r:id="rId6"/>
    <p:sldId id="266" r:id="rId7"/>
    <p:sldId id="259" r:id="rId8"/>
    <p:sldId id="260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7352659-B814-4958-9410-694DB7BE88F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B882639-9860-43C0-8CEF-1506B132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015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2659-B814-4958-9410-694DB7BE88F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2639-9860-43C0-8CEF-1506B132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520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2659-B814-4958-9410-694DB7BE88F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2639-9860-43C0-8CEF-1506B132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074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2659-B814-4958-9410-694DB7BE88F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2639-9860-43C0-8CEF-1506B132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9589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2659-B814-4958-9410-694DB7BE88F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2639-9860-43C0-8CEF-1506B132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37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2659-B814-4958-9410-694DB7BE88F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2639-9860-43C0-8CEF-1506B132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656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2659-B814-4958-9410-694DB7BE88F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2639-9860-43C0-8CEF-1506B132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23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2659-B814-4958-9410-694DB7BE88F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2639-9860-43C0-8CEF-1506B132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138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2659-B814-4958-9410-694DB7BE88F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2639-9860-43C0-8CEF-1506B132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680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2659-B814-4958-9410-694DB7BE88F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2639-9860-43C0-8CEF-1506B132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879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2659-B814-4958-9410-694DB7BE88F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2639-9860-43C0-8CEF-1506B132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1149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2659-B814-4958-9410-694DB7BE88F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2639-9860-43C0-8CEF-1506B132BA70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89243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2659-B814-4958-9410-694DB7BE88F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2639-9860-43C0-8CEF-1506B132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3809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2659-B814-4958-9410-694DB7BE88F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2639-9860-43C0-8CEF-1506B132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1074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2659-B814-4958-9410-694DB7BE88F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2639-9860-43C0-8CEF-1506B132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8221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2659-B814-4958-9410-694DB7BE88F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2639-9860-43C0-8CEF-1506B132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1616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2659-B814-4958-9410-694DB7BE88F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2639-9860-43C0-8CEF-1506B132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148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52659-B814-4958-9410-694DB7BE88F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82639-9860-43C0-8CEF-1506B132BA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37519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FDFF55C-50F7-C5B3-F98F-EF2F3D1979EF}"/>
              </a:ext>
            </a:extLst>
          </p:cNvPr>
          <p:cNvSpPr txBox="1"/>
          <p:nvPr/>
        </p:nvSpPr>
        <p:spPr>
          <a:xfrm>
            <a:off x="1543665" y="2792361"/>
            <a:ext cx="93799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MAHARASHTARA STATE BOARD OF TECHNICAL EDUCATION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GOVERNMENT POLYTECHNIC , JINTUR </a:t>
            </a:r>
          </a:p>
          <a:p>
            <a:pPr algn="ctr"/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</a:t>
            </a:r>
          </a:p>
          <a:p>
            <a:pPr algn="ctr"/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:</a:t>
            </a:r>
          </a:p>
          <a:p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“SMART ATTENDANCE SYSTEM WITH FACE RECOGNITION”</a:t>
            </a:r>
          </a:p>
          <a:p>
            <a:pPr algn="ctr"/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 : M. A. Zahed</a:t>
            </a:r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847C996-BB8F-63B5-F8F3-15CDD24DC0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533" y="455586"/>
            <a:ext cx="2152650" cy="212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390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296F7-6737-9E9E-9B65-E3970B997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8437" y="469179"/>
            <a:ext cx="9420840" cy="2387600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ATTENDANCE SYSTEM WITH FACE RECOGNITION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75263A-9103-E6E7-3D14-918B259B6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6381" y="2656581"/>
            <a:ext cx="8791575" cy="3329699"/>
          </a:xfrm>
        </p:spPr>
        <p:txBody>
          <a:bodyPr>
            <a:normAutofit/>
          </a:bodyPr>
          <a:lstStyle/>
          <a:p>
            <a:r>
              <a:rPr lang="en-US" b="1" cap="none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year Project By</a:t>
            </a:r>
            <a:r>
              <a:rPr lang="en-US" cap="none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Students                                              </a:t>
            </a:r>
            <a:r>
              <a:rPr lang="en-IN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Enrollment</a:t>
            </a:r>
            <a:r>
              <a:rPr lang="en-IN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No.</a:t>
            </a:r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1. Aditya Ganesh Shinde                                      23510240164                               </a:t>
            </a:r>
          </a:p>
          <a:p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Nagesh Balaji </a:t>
            </a:r>
            <a:r>
              <a:rPr lang="en-IN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Sorgekar</a:t>
            </a: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23510210167                               </a:t>
            </a:r>
          </a:p>
          <a:p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Jivan Balaji </a:t>
            </a:r>
            <a:r>
              <a:rPr lang="en-IN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Sudke</a:t>
            </a: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23510210168                                  </a:t>
            </a:r>
          </a:p>
          <a:p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Bhagwan Gautam Waghmare                       24510240182          </a:t>
            </a:r>
            <a:r>
              <a:rPr lang="en-IN" dirty="0">
                <a:solidFill>
                  <a:srgbClr val="FFFF00"/>
                </a:solidFill>
              </a:rPr>
              <a:t>                           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2D842A3-2BA9-38AC-ECF8-3CF9362D15EF}"/>
              </a:ext>
            </a:extLst>
          </p:cNvPr>
          <p:cNvCxnSpPr>
            <a:cxnSpLocks/>
          </p:cNvCxnSpPr>
          <p:nvPr/>
        </p:nvCxnSpPr>
        <p:spPr>
          <a:xfrm>
            <a:off x="2054943" y="2536569"/>
            <a:ext cx="980276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F4ED8ED-C040-8049-49FB-5E9E36B5924D}"/>
              </a:ext>
            </a:extLst>
          </p:cNvPr>
          <p:cNvSpPr txBox="1"/>
          <p:nvPr/>
        </p:nvSpPr>
        <p:spPr>
          <a:xfrm>
            <a:off x="4482741" y="5921625"/>
            <a:ext cx="5388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  M. A. Zahed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651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54C0F1-C249-39CD-2F7F-E1E8DC777F09}"/>
              </a:ext>
            </a:extLst>
          </p:cNvPr>
          <p:cNvSpPr txBox="1"/>
          <p:nvPr/>
        </p:nvSpPr>
        <p:spPr>
          <a:xfrm>
            <a:off x="2025445" y="566678"/>
            <a:ext cx="8770374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Introduction: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Solution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smart attendance system developed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Machine Learning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replace traditional manual registers.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Technology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ML Kit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Lite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students by extracting unique 128-dimensional facial features.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Synchronization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Powered by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Cloud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Firestore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attendance logs are updated and accessible instantly to both teachers and students.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 Efficiency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facial processing happens locally on the mobile device, resulting in high-speed recognition (under 2 seconds).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84658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694E2DA-ECED-870E-5FC5-69A590CC50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212069"/>
              </p:ext>
            </p:extLst>
          </p:nvPr>
        </p:nvGraphicFramePr>
        <p:xfrm>
          <a:off x="1219200" y="796413"/>
          <a:ext cx="9753600" cy="5860756"/>
        </p:xfrm>
        <a:graphic>
          <a:graphicData uri="http://schemas.openxmlformats.org/drawingml/2006/table">
            <a:tbl>
              <a:tblPr/>
              <a:tblGrid>
                <a:gridCol w="3251200">
                  <a:extLst>
                    <a:ext uri="{9D8B030D-6E8A-4147-A177-3AD203B41FA5}">
                      <a16:colId xmlns:a16="http://schemas.microsoft.com/office/drawing/2014/main" val="418094111"/>
                    </a:ext>
                  </a:extLst>
                </a:gridCol>
                <a:gridCol w="3251200">
                  <a:extLst>
                    <a:ext uri="{9D8B030D-6E8A-4147-A177-3AD203B41FA5}">
                      <a16:colId xmlns:a16="http://schemas.microsoft.com/office/drawing/2014/main" val="3293361685"/>
                    </a:ext>
                  </a:extLst>
                </a:gridCol>
                <a:gridCol w="3251200">
                  <a:extLst>
                    <a:ext uri="{9D8B030D-6E8A-4147-A177-3AD203B41FA5}">
                      <a16:colId xmlns:a16="http://schemas.microsoft.com/office/drawing/2014/main" val="3227366607"/>
                    </a:ext>
                  </a:extLst>
                </a:gridCol>
              </a:tblGrid>
              <a:tr h="37385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083" marR="38083" marT="50777" marB="50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 / Tool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083" marR="38083" marT="50777" marB="50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 / Role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083" marR="38083" marT="50777" marB="50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414042"/>
                  </a:ext>
                </a:extLst>
              </a:tr>
              <a:tr h="76643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083" marR="38083" marT="50777" marB="50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Flutter &amp; Dart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083" marR="38083" marT="50777" marB="50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build a responsive and cross-platform mobile UI for Students &amp; Teachers.</a:t>
                      </a:r>
                    </a:p>
                  </a:txBody>
                  <a:tcPr marL="38083" marR="38083" marT="50777" marB="50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493587"/>
                  </a:ext>
                </a:extLst>
              </a:tr>
              <a:tr h="76643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083" marR="38083" marT="50777" marB="50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Firebase Cloud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083" marR="38083" marT="50777" marB="50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real-time data management, authentication, and push notifications.</a:t>
                      </a:r>
                    </a:p>
                  </a:txBody>
                  <a:tcPr marL="38083" marR="38083" marT="50777" marB="50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3495810"/>
                  </a:ext>
                </a:extLst>
              </a:tr>
              <a:tr h="76643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083" marR="38083" marT="50777" marB="50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</a:t>
                      </a:r>
                      <a:r>
                        <a:rPr lang="en-IN" sz="1600" b="1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Firestore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083" marR="38083" marT="50777" marB="50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NoSQL database to store student profiles, attendance logs, and subject data.</a:t>
                      </a:r>
                    </a:p>
                  </a:txBody>
                  <a:tcPr marL="38083" marR="38083" marT="50777" marB="50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421373"/>
                  </a:ext>
                </a:extLst>
              </a:tr>
              <a:tr h="76643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 Detection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083" marR="38083" marT="50777" marB="50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ML Kit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083" marR="38083" marT="50777" marB="50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detect faces and identify facial landmarks (eyes, nose, mouth) in real-time.</a:t>
                      </a:r>
                    </a:p>
                  </a:txBody>
                  <a:tcPr marL="38083" marR="38083" marT="50777" marB="50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434494"/>
                  </a:ext>
                </a:extLst>
              </a:tr>
              <a:tr h="76643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 Recognition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083" marR="38083" marT="50777" marB="50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TensorFlow Lite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083" marR="38083" marT="50777" marB="50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Runs the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FaceNet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model locally to extract 128-D face embeddings.</a:t>
                      </a:r>
                    </a:p>
                  </a:txBody>
                  <a:tcPr marL="38083" marR="38083" marT="50777" marB="50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9103229"/>
                  </a:ext>
                </a:extLst>
              </a:tr>
              <a:tr h="54210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Authentication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083" marR="38083" marT="50777" marB="50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Firebase Auth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083" marR="38083" marT="50777" marB="50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provide secure login/signup for students and faculty.</a:t>
                      </a:r>
                    </a:p>
                  </a:txBody>
                  <a:tcPr marL="38083" marR="38083" marT="50777" marB="50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336115"/>
                  </a:ext>
                </a:extLst>
              </a:tr>
              <a:tr h="76643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Messaging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083" marR="38083" marT="50777" marB="50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Firebase FCM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083" marR="38083" marT="50777" marB="50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send instant push notifications once attendance is successfully marked.</a:t>
                      </a:r>
                    </a:p>
                  </a:txBody>
                  <a:tcPr marL="38083" marR="38083" marT="50777" marB="50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51871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6D435AD-FDBC-F8B2-EC04-8915603FAF92}"/>
              </a:ext>
            </a:extLst>
          </p:cNvPr>
          <p:cNvSpPr txBox="1"/>
          <p:nvPr/>
        </p:nvSpPr>
        <p:spPr>
          <a:xfrm>
            <a:off x="1219200" y="29497"/>
            <a:ext cx="5004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/ Tools Stack</a:t>
            </a:r>
          </a:p>
        </p:txBody>
      </p:sp>
    </p:spTree>
    <p:extLst>
      <p:ext uri="{BB962C8B-B14F-4D97-AF65-F5344CB8AC3E}">
        <p14:creationId xmlns:p14="http://schemas.microsoft.com/office/powerpoint/2010/main" val="3996171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A63075-58D6-CB85-28AF-6FD25CFCF7E3}"/>
              </a:ext>
            </a:extLst>
          </p:cNvPr>
          <p:cNvSpPr txBox="1"/>
          <p:nvPr/>
        </p:nvSpPr>
        <p:spPr>
          <a:xfrm>
            <a:off x="2566221" y="1248698"/>
            <a:ext cx="996991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Student Module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Authentication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History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Notifications</a:t>
            </a:r>
          </a:p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Teacher / Admin Module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Override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Management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System Core (Background)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Matching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Sync.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5D85C9-279B-1F87-848D-146B4B0CF30E}"/>
              </a:ext>
            </a:extLst>
          </p:cNvPr>
          <p:cNvSpPr txBox="1"/>
          <p:nvPr/>
        </p:nvSpPr>
        <p:spPr>
          <a:xfrm>
            <a:off x="2084439" y="471948"/>
            <a:ext cx="8091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functionality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(what the system does)</a:t>
            </a:r>
          </a:p>
        </p:txBody>
      </p:sp>
    </p:spTree>
    <p:extLst>
      <p:ext uri="{BB962C8B-B14F-4D97-AF65-F5344CB8AC3E}">
        <p14:creationId xmlns:p14="http://schemas.microsoft.com/office/powerpoint/2010/main" val="240377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4F2C8-2340-E91C-9912-00E5EA50F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0715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DISADVANTAGE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6C115E-CF54-6CF9-D58D-83D99119C285}"/>
              </a:ext>
            </a:extLst>
          </p:cNvPr>
          <p:cNvSpPr txBox="1"/>
          <p:nvPr/>
        </p:nvSpPr>
        <p:spPr>
          <a:xfrm>
            <a:off x="1602658" y="1809135"/>
            <a:ext cx="8544232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Efficiency &amp; Speed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Proxy Attendance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Eco-Friendly &amp; Organized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Lighting Sensitivity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Dependency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Quality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Changes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6198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865E45-74A3-070F-CC8D-188AACAB7982}"/>
              </a:ext>
            </a:extLst>
          </p:cNvPr>
          <p:cNvSpPr txBox="1"/>
          <p:nvPr/>
        </p:nvSpPr>
        <p:spPr>
          <a:xfrm>
            <a:off x="1528916" y="1318022"/>
            <a:ext cx="9134168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Attendance: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Replace slow manual roll-calls with high-speed AI.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 Proxy: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Face Recognition to ensure only present students are marked.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Classroom Time: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Reclaim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10–15 minutes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teaching time every lecture.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Give students and teachers instant access to attendance logs.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One-Click Reporting: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Excel/PDF reports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 for the department.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Paperless Solution: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Move to a 100% digital, eco-friendly record-keeping system.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C0B163-6240-F030-3879-0C8DA19C2B92}"/>
              </a:ext>
            </a:extLst>
          </p:cNvPr>
          <p:cNvSpPr txBox="1"/>
          <p:nvPr/>
        </p:nvSpPr>
        <p:spPr>
          <a:xfrm>
            <a:off x="1337187" y="235974"/>
            <a:ext cx="932589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Cascadia Code SemiLight" panose="020B0609020000020004" pitchFamily="49" charset="0"/>
                <a:cs typeface="Times New Roman" panose="02020603050405020304" pitchFamily="18" charset="0"/>
              </a:rPr>
              <a:t>Project Objectives  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5927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6803C8-4F9D-6EF8-76C8-ECF513A493D6}"/>
              </a:ext>
            </a:extLst>
          </p:cNvPr>
          <p:cNvSpPr txBox="1"/>
          <p:nvPr/>
        </p:nvSpPr>
        <p:spPr>
          <a:xfrm>
            <a:off x="1396181" y="294968"/>
            <a:ext cx="9537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Diagram</a:t>
            </a:r>
          </a:p>
        </p:txBody>
      </p:sp>
      <p:sp>
        <p:nvSpPr>
          <p:cNvPr id="5" name="AutoShape 2" descr="Selected image presented in a lightbox.">
            <a:extLst>
              <a:ext uri="{FF2B5EF4-FFF2-40B4-BE49-F238E27FC236}">
                <a16:creationId xmlns:a16="http://schemas.microsoft.com/office/drawing/2014/main" id="{29B72A4C-52E1-BC0A-CB7B-26888BEFB3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87561" y="1575618"/>
            <a:ext cx="5373329" cy="5373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2" descr="Selected image presented in a lightbox.">
            <a:extLst>
              <a:ext uri="{FF2B5EF4-FFF2-40B4-BE49-F238E27FC236}">
                <a16:creationId xmlns:a16="http://schemas.microsoft.com/office/drawing/2014/main" id="{18DCA338-4885-8142-4DC7-B231047152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39961" y="1728018"/>
            <a:ext cx="5373329" cy="5373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D206B8-CC6C-1F73-5422-52C6EA3413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155" y="1209368"/>
            <a:ext cx="9301316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291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FCAB726E-A61D-E832-52B2-CCF58AF8899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85565" y="1018814"/>
            <a:ext cx="9967780" cy="5201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Liveness Detection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Adding eye-blink or head-movement checks to ensure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 person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in front of the camera (prevents cheating with photos).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GPS Geofencing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Restricting attendance so it can only be marked when the student is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physically inside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classroom or campus.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 Timetable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Linking the app to the college schedule so it automatically knows which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subject/lecture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currently happening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Multi-Face Scanning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Upgrading the AI to recognize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students at once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 they enter the classroom door.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Leave Management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Adding a feature where students can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 for leave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directly through the app, and it updates their records automatically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 Support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Expanding the app to work on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iOS (iPhones)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tablets using the same Flutter code.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3FCD42-B93F-4812-BA77-7B9111D873B3}"/>
              </a:ext>
            </a:extLst>
          </p:cNvPr>
          <p:cNvSpPr txBox="1"/>
          <p:nvPr/>
        </p:nvSpPr>
        <p:spPr>
          <a:xfrm>
            <a:off x="1521542" y="108154"/>
            <a:ext cx="8598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</a:rPr>
              <a:t> </a:t>
            </a:r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241295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96609C2-FE99-E3C8-0064-2B9E39AB906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514167" y="1412754"/>
            <a:ext cx="9547123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Efficiency: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Our system successfully reduces attendance time from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15 minutes to under 2 minutes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per class.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 &amp; Security: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using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Face Recognition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we have eliminated "Proxy Attendance" and manual human errors.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proves that we don't need expensive biometric hardware; a simple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Smartphone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enough.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Empowerment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Both students and teachers now have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access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attendance data, creating complete transparency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Transformation: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a successful step toward making our college campus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Paperless and Tech-driven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AF1C65-52A2-279D-0A0D-B385E1DAD280}"/>
              </a:ext>
            </a:extLst>
          </p:cNvPr>
          <p:cNvSpPr txBox="1"/>
          <p:nvPr/>
        </p:nvSpPr>
        <p:spPr>
          <a:xfrm rot="10800000" flipH="1" flipV="1">
            <a:off x="4156964" y="336155"/>
            <a:ext cx="41021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IN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170251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C6B5D8-034E-821B-3089-4C004E430B5A}"/>
              </a:ext>
            </a:extLst>
          </p:cNvPr>
          <p:cNvSpPr txBox="1"/>
          <p:nvPr/>
        </p:nvSpPr>
        <p:spPr>
          <a:xfrm>
            <a:off x="78658" y="1797156"/>
            <a:ext cx="121133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Algerian" panose="04020705040A02060702" pitchFamily="82" charset="0"/>
              </a:rPr>
              <a:t>Thank you</a:t>
            </a:r>
            <a:endParaRPr lang="en-IN" sz="72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3051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176</TotalTime>
  <Words>699</Words>
  <Application>Microsoft Office PowerPoint</Application>
  <PresentationFormat>Widescreen</PresentationFormat>
  <Paragraphs>109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Algerian</vt:lpstr>
      <vt:lpstr>Arial</vt:lpstr>
      <vt:lpstr>Times New Roman</vt:lpstr>
      <vt:lpstr>Tw Cen MT</vt:lpstr>
      <vt:lpstr>Wingdings</vt:lpstr>
      <vt:lpstr>Circuit</vt:lpstr>
      <vt:lpstr>PowerPoint Presentation</vt:lpstr>
      <vt:lpstr>SMART ATTENDANCE SYSTEM WITH FACE RECOGNITION </vt:lpstr>
      <vt:lpstr>PowerPoint Presentation</vt:lpstr>
      <vt:lpstr>PowerPoint Presentation</vt:lpstr>
      <vt:lpstr>PowerPoint Presentation</vt:lpstr>
      <vt:lpstr>ADVANTAGES &amp; DISADVANTAGE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bhagwanwaghmare056@gmail.com</dc:creator>
  <cp:lastModifiedBy>bhagwanwaghmare056@gmail.com</cp:lastModifiedBy>
  <cp:revision>3</cp:revision>
  <dcterms:created xsi:type="dcterms:W3CDTF">2026-04-04T16:17:37Z</dcterms:created>
  <dcterms:modified xsi:type="dcterms:W3CDTF">2026-04-06T02:47:45Z</dcterms:modified>
</cp:coreProperties>
</file>